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9d0ac2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9d0ac2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5000" y="180850"/>
            <a:ext cx="8866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8-Week Demand Forecasting - Reducing Stock-Outs and Write-</a:t>
            </a:r>
            <a:r>
              <a:rPr b="1" lang="en" sz="2400">
                <a:solidFill>
                  <a:schemeClr val="dk2"/>
                </a:solidFill>
              </a:rPr>
              <a:t>Offs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1025" y="1150825"/>
            <a:ext cx="52140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33375" y="1319925"/>
            <a:ext cx="34878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What Drives Demand</a:t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Promotions cause up to 2x demand spikes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Demand is stable — no strong trend over 2019–2021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Organic Milk is the most volatile product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Whole Wheat Bread is the most predictable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533375" y="2693925"/>
            <a:ext cx="34878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Model Performance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Algorithm: Facebook Prophet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Forecast horizon: 8 weeks ahead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Average error: 59.7 units/week (MAE)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24% more accurate than naive baseline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Best performer: GreenBasket | Organic Milk (MAE: 31.5)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31150" y="4091325"/>
            <a:ext cx="859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With 8-week forecasts, stock can be ordered before shortages occur.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Promotion weeks are flagged in advance so buffer stock is ready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directly reducing both stock-outs and write-offs.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9" name="Google Shape;59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75" y="1210275"/>
            <a:ext cx="5283498" cy="28576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4899300" y="4913325"/>
            <a:ext cx="42447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Data: Jan 2019 – Sep 2021 | 3 supermarkets | 3 SKUs | 9 combinations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